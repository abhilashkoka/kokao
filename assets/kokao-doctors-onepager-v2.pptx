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4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73352" y="402336"/>
            <a:ext cx="329184" cy="329184"/>
          </a:xfrm>
          <a:prstGeom prst="ellipse">
            <a:avLst/>
          </a:prstGeom>
          <a:noFill/>
          <a:ln w="88900">
            <a:solidFill>
              <a:srgbClr val="6D42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BFEBD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41A"/>
                </a:solidFill>
              </a:rPr>
              <a:t>✦ Built for busy medical professionals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65562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patients are searching for you online.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they find a doctor they trust.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5824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C66"/>
                </a:solidFill>
              </a:rPr>
              <a:t>KOKAO writes your health content, designs your visuals, and publishes to every platform — so you can build your practice's reputation while you focus on patients.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2075688" cy="1234440"/>
          </a:xfrm>
          <a:prstGeom prst="roundRect">
            <a:avLst>
              <a:gd name="adj" fmla="val 8889"/>
            </a:avLst>
          </a:prstGeom>
          <a:solidFill>
            <a:srgbClr val="CBB8F5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3456432"/>
            <a:ext cx="18562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Patients check first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141A"/>
                </a:solidFill>
              </a:rPr>
              <a:t>Most patients look up a doctor online before booking a consultation.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88336" y="3383280"/>
            <a:ext cx="2075688" cy="1234440"/>
          </a:xfrm>
          <a:prstGeom prst="roundRect">
            <a:avLst>
              <a:gd name="adj" fmla="val 8889"/>
            </a:avLst>
          </a:prstGeom>
          <a:solidFill>
            <a:srgbClr val="FFD3B8"/>
          </a:solidFill>
          <a:ln/>
        </p:spPr>
      </p:sp>
      <p:sp>
        <p:nvSpPr>
          <p:cNvPr id="11" name="Text 9"/>
          <p:cNvSpPr/>
          <p:nvPr/>
        </p:nvSpPr>
        <p:spPr>
          <a:xfrm>
            <a:off x="2798064" y="3456432"/>
            <a:ext cx="18562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You have no time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141A"/>
                </a:solidFill>
              </a:rPr>
              <a:t>Writing posts, designing graphics and managing 6 platforms isn't your job.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73752" y="3383280"/>
            <a:ext cx="2075688" cy="1234440"/>
          </a:xfrm>
          <a:prstGeom prst="roundRect">
            <a:avLst>
              <a:gd name="adj" fmla="val 8889"/>
            </a:avLst>
          </a:prstGeom>
          <a:solidFill>
            <a:srgbClr val="BFEBD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456432"/>
            <a:ext cx="18562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Agencies cost a fortune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141A"/>
                </a:solidFill>
              </a:rPr>
              <a:t>₹20,000–50,000 per month, with days of back-and-forth for every post.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C66"/>
                </a:solidFill>
              </a:rPr>
              <a:t>WHAT KOKAO DOES FOR YOUR PRACTICE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521208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519379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B8F5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516636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Writes in your voice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Health tips, myth-busters, awareness-day posts, patient FAQs and clinic updates — generated in minutes.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72484" y="521208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19" name="Text 17"/>
          <p:cNvSpPr/>
          <p:nvPr/>
        </p:nvSpPr>
        <p:spPr>
          <a:xfrm>
            <a:off x="3872484" y="519379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B8F5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38244" y="516636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Designs the visuals too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On-brand images and carousels matched to your clinic's colours and identity,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17220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15391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B8F5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612648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Publishes everywhere at once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Facebook, Instagram, LinkedIn, X, YouTube and Threads — from one dashboard.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72484" y="617220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25" name="Text 23"/>
          <p:cNvSpPr/>
          <p:nvPr/>
        </p:nvSpPr>
        <p:spPr>
          <a:xfrm>
            <a:off x="3872484" y="615391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B8F5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38244" y="612648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You stay in control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Nothing goes out without your approval. Schedule a week's content in one sitting.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7315200"/>
            <a:ext cx="6556248" cy="1051560"/>
          </a:xfrm>
          <a:prstGeom prst="roundRect">
            <a:avLst>
              <a:gd name="adj" fmla="val 13043"/>
            </a:avLst>
          </a:prstGeom>
          <a:solidFill>
            <a:srgbClr val="14141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7452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CBB8F5"/>
                </a:solidFill>
              </a:rPr>
              <a:t>1/10th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CBB8F5"/>
                </a:solidFill>
              </a:rPr>
              <a:t>the cost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286000" y="7424928"/>
            <a:ext cx="44531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DE"/>
                </a:solidFill>
              </a:rPr>
              <a:t>A fraction of an agency's monthly fee — with content ready in minutes, not days. Consistent posting builds patient trust, referrals and walk-ins over time.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8595360"/>
            <a:ext cx="6556248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25400">
            <a:solidFill>
              <a:srgbClr val="14141A"/>
            </a:solidFill>
            <a:prstDash val="solid"/>
          </a:ln>
        </p:spPr>
      </p:sp>
      <p:pic>
        <p:nvPicPr>
          <p:cNvPr id="31" name="Image 0" descr="/tmp/kokao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759952"/>
            <a:ext cx="1143000" cy="1143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2011680" y="8732520"/>
            <a:ext cx="4818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A"/>
                </a:solidFill>
              </a:rPr>
              <a:t>Start free today → </a:t>
            </a:r>
            <a:pPr indent="0" marL="0">
              <a:buNone/>
            </a:pPr>
            <a:r>
              <a:rPr lang="en-US" sz="1600" b="1" dirty="0">
                <a:solidFill>
                  <a:srgbClr val="14141A"/>
                </a:solidFill>
                <a:highlight>
                  <a:srgbClr val="CBB8F5"/>
                </a:highlight>
              </a:rPr>
              <a:t>app.kokao.in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011680" y="9098280"/>
            <a:ext cx="4773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C66"/>
                </a:solidFill>
              </a:rPr>
              <a:t>Scan the QR code, sign up in under a minute, and generate your first week of clinic content — no credit card, no designer, no agency.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" y="1019556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A2"/>
                </a:solidFill>
              </a:rPr>
              <a:t>KOKAO — Your personal brand, on autopilot.  ·  app.kokao.in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2026-08-17T11:27:19Z</dcterms:created>
  <dcterms:modified xsi:type="dcterms:W3CDTF">2026-08-17T11:27:19Z</dcterms:modified>
</cp:coreProperties>
</file>